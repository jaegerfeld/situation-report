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243779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7790" y="6400800"/>
            <a:ext cx="2437790" cy="4572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5580" y="6400800"/>
            <a:ext cx="243779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3371" y="6400800"/>
            <a:ext cx="243779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51161" y="6400800"/>
            <a:ext cx="243779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situation-report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ECCE8"/>
                </a:solidFill>
              </a:rPr>
              <a:t>Vom Jira-Export zum Entscheidungsdiagramm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 Daten bereitstellen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94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 Analyse einrichten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8732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 Metriken berechnen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6523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 Ergebnisse teilen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4313" y="6419088"/>
            <a:ext cx="23463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 Konfiguration verwalten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EA8B3"/>
                </a:solidFill>
              </a:rPr>
              <a:t>github.com/Jaegerfeld/situation-report  |  Stand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Geschaftsprozess: Von Rohdaten zur Entscheidungsgrundlage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3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4963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3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80B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6443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3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Daten
bereitstellen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2635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3" y="2395728"/>
            <a:ext cx="2029968" cy="228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6675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1267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Jira-Export importieren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5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7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Workflow definieren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5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7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Zeiten berechnen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1507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2947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2947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6A085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427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2947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Analyse
einrichten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0619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1507" y="2395728"/>
            <a:ext cx="2029968" cy="228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4659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9251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Zeitraum wahlen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94659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59251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Projekte filtern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94659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59251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Ausnahmen definieren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9492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70931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70931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E44AD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82412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70931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Metriken
berechnen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8604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9492" y="2395728"/>
            <a:ext cx="2029968" cy="228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44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7236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Durchlaufzeit messen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52644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17236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Durchsatz pruefen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52644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17236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Engpaesse finden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37476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28916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28916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0396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28916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Ergebnisse
teilen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6588" y="1463040"/>
            <a:ext cx="219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EA8B3"/>
                </a:solidFill>
              </a:rPr>
              <a:t>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37476" y="2395728"/>
            <a:ext cx="2029968" cy="228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0628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75220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PDF exportieren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0628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75220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Im Browser zeigen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0628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75220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Excel bereitstellen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95460" y="1005840"/>
            <a:ext cx="2029968" cy="1280160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86900" y="1078992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6900" y="10607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7E22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8380" y="1051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</a:rPr>
              <a:t>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1536192"/>
            <a:ext cx="184708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Konfiguration
verwalten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95460" y="2395728"/>
            <a:ext cx="2029968" cy="228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68612" y="2532888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3204" y="2450591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Einstellungen speichern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68612" y="2916936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33204" y="283463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Sprache wahlen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468612" y="3300984"/>
            <a:ext cx="109728" cy="109728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33204" y="3218687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Handbuch offnen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943600"/>
            <a:ext cx="4114800" cy="50292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59893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980B9"/>
                </a:solidFill>
              </a:rPr>
              <a:t>Modul: transform_data, helper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6163056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Schritt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5943600"/>
            <a:ext cx="7223760" cy="502920"/>
          </a:xfrm>
          <a:prstGeom prst="rect">
            <a:avLst/>
          </a:prstGeom>
          <a:solidFill>
            <a:srgbClr val="F0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0" y="5989320"/>
            <a:ext cx="7040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E44AD"/>
                </a:solidFill>
              </a:rPr>
              <a:t>Modul: build_reports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0" y="6163056"/>
            <a:ext cx="7040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Schritte 2 - 5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6675120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980B9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Daten bereitstellen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Rohdaten aus Jira aufbereiten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980B9"/>
                </a:solidFill>
              </a:rPr>
              <a:t>Modul: transform_data, helper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Jira-Daten importieren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JSON-Export aus Jira einlesen -- kein manuelles Umformatieren noetig.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Workflow definieren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Eine einfache Textdatei legt fest, welche Schritte zum Prozess gehoeren und wo Arbeit beginnt bzw. endet.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Verweildauer berechnen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Das System ermittelt automatisch, wie lange jedes Ticket in jedem Prozessschritt verbracht hat.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Zeitpunkte bestimmen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Beginn der Bearbeitung (First Date) und Abschluss (Closed Date) werden aus den Statuswechseln abgeleitet -- auch bei Wiedereroffnung korrekt.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Luecken behandeln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Wird ein Prozessschritt uebersprungen, wird die Zeit automatisch dem naechsten bekannten Schritt zugerechnet.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34528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4528" y="329184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1688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Qualitaetsprufung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1688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Fehlende Workflow-Marker und unbekannte Status werden gemeldet, bevor Fehler in die Auswertung einfliessen.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80060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800600"/>
            <a:ext cx="64008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79" y="489204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980B9"/>
                </a:solidFill>
              </a:rPr>
              <a:t>Ausgabe als Excel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79" y="519379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Ergebnis: zwei Excel-Dateien (IssueTimes + CFD), die direkt von build_reports weiterverarbeitet werden.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085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⚙️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Analyse einrichten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Zeitraum, Projekte und Filter festlegen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085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Zeitraum festlegen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Per Kalender Von/Bis wahlen oder auf Knopfdruck die letzten 365 Tage laden -- der Bericht passt sich sofort 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Projekte auswahlen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Bei mehreren Teams oder Projekten in einer Datei kann gezielt nur ein Projekt oder eine Kombination ausgewertet werden.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Issue-Typen filtern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Bugs, Features, Stories getrennt oder gemeinsam betrachten.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Ausnahmen ausschliessen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 mit bestimmten Abschlussgrundon (z. B. 'Duplicate') oder Status (z. B. 'Canceled') werden vollstandig herausgerechnet.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Schnellausschluss Zero-Day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Tickets, die in Sekunden durch den Workflow geklickt wurden, verzerren Statistiken -- sie werden automatisch erkannt und separat dokumentiert.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34528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34528" y="3291840"/>
            <a:ext cx="64008" cy="1417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1688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</a:rPr>
              <a:t>PI-Intervalle konfigurieren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1688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Eigene Program-Increment-Zeitraume definieren, damit Velocity-Berichte die echten PI-Grenzen des Teams zeigen.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E44AD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Metriken berechnen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Fuenf Flow-Metriken auf einen Blick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E44AD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lange dauert ein Ticket?
(Flow Time / Cycle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Zeigt Durchlaufzeit-Verteilung, Trend ueber Zeit und statistische Kennzahlen -- auf einen Blick sichtbar, ob der Prozess stabiler oder langsamer wird.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viel liefert das Team?
(Flow Velocity / Throughput)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Taegliche, wochentliche und PI-Lieferraten -- ideal fuer Kapazitatsplanung und Sprint-Reviews.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viel Arbeit liegt parallel?
(Flow Load / WIP)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Zeigt, wie alt offene Tickets je Prozessschritt sind. Je mehr parallel, desto langsamer der Durchfluss.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Wie fliessen Tickets durchs System?
(Cumulative Flow Diagram)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Sichtbar, ob mehr eingeht als abgeschlossen wird -- und in welchem Schritt sich Tickets aufstauen.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</a:rPr>
              <a:t>Womit verbringt das Team Zeit?
(Flow Distribution)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Anteil Bugs vs. Features, welcher Schritt dominiert, welche Ticket-Typen am langsamsten sind.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7AE6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Ergebnisse teilen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Berichte erstellen und kommunizieren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7AE60"/>
                </a:solidFill>
              </a:rPr>
              <a:t>Modul: build_reports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Interaktive Browser-Ansicht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Alle Diagramme im Browser: hineinzoomen, einzelne Werte per Hover ablesen, Kategorien ein-/ausblenden -- ideal fuer Live-Prasentationen.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4476" y="178308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4476" y="178308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1636" y="1874519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PDF-Bericht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1636" y="217627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Mehrseitiger PDF-Bericht mit allen Diagrammen -- versendbar, druckbar, archivierbar.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29184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" y="3383280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Report-Excel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" y="368503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Jeder PDF-Export erzeugt automatisch eine Excel-Datei mit allen gefilterten Tickets, Statusgruppen und Durchlaufzeiten.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4476" y="3291840"/>
            <a:ext cx="568299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4476" y="3291840"/>
            <a:ext cx="64008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1636" y="3383280"/>
            <a:ext cx="54818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Zero-Day-Dokumentation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1636" y="3685032"/>
            <a:ext cx="54818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Tickets, die als Ausreisser herausgefiltert wurden, erscheinen in einer separaten Excel-Datei -- transparent und nachvollziehbar.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16459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7E22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3E50"/>
                </a:solidFill>
              </a:rP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Konfiguration verwalten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66928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Einstellungen sichern und Hilfe finden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228600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24688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7E22"/>
                </a:solidFill>
              </a:rPr>
              <a:t>Modul: beide Module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1  Daten bereitstellen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2  Analyse einrichten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0056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3  Metriken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CCD6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EA8B3"/>
                </a:solidFill>
              </a:rPr>
              <a:t>4  Ergebnisse teilen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0888" y="1143000"/>
            <a:ext cx="2148840" cy="438912"/>
          </a:xfrm>
          <a:prstGeom prst="roundRect">
            <a:avLst>
              <a:gd name="adj" fmla="val 3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1978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 Konfiguration verwalten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Einstellungen als Template sichern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Alle Filter, Dateipfade und Optionen in einer JSON-Datei speichern und beim nachsten Mal mit einem Klick wieder laden.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54423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54423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1584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Ausschlusse als Standard hinterlegen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1584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Haufig genutzte Ausschluss-Regeln dauerhaft speichern -- kein erneutes Eintippen bei jedem Start.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8" y="178308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8" y="178308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1688" y="1874519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Sprache wahlen (DE / EN / RO / PT / FR)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1688" y="217627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Launcher in 5 Sprachen nutzbar; build_reports und transform_data auf Deutsch oder Englisch. Die gewunschte Sprache wird beim nachsten Start beibehalten.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9184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Terminologie anpassen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79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SAFe-Begriffe (Flow Time, Flow Velocity ...) oder globale Begriffe (Cycle Time, Throughput ...) -- je nach Teamkonvention.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54423" y="3291840"/>
            <a:ext cx="3742943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4423" y="3291840"/>
            <a:ext cx="64008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1584" y="3383280"/>
            <a:ext cx="35417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7E22"/>
                </a:solidFill>
              </a:rPr>
              <a:t>Benutzerhandbuch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1584" y="3685032"/>
            <a:ext cx="35417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3E50"/>
                </a:solidFill>
              </a:rPr>
              <a:t>PDF-Handbuch: Launcher in 5 Sprachen (DE, EN, RO, PT, FR), build_reports und transform_data je DE + EN -- direkt aus dem Hilfemenu abrufbar.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720840"/>
            <a:ext cx="116128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situation-report  |  Flow-Metriken fur agile Teams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