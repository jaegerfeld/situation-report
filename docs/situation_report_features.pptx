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1945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situation-report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CF0F1"/>
                </a:solidFill>
              </a:rPr>
              <a:t>Feature-Übersicht — v0.99 | Stand Mai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7F8C8D"/>
                </a:solidFill>
              </a:rPr>
              <a:t>github.com/Jaegerfeld/situation-report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launcher — Zentraler Einstiegspunkt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Modul-Grid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Alle verfügbaren und geplanten Module als Kacheln; verfügbare Module per Klick direkt starten — öffnen sich als eigenständiger Prozess in eigenem Fenster, Launcher bleibt geöffnet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5 Sprachen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Vollständig lokalisiert in DE, EN, RO, PT, FR — Umschaltung per Flag-Button oben rechts; Einstellung wird persistent gespeichert und gilt für alle Module gemeinsam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Update-Check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Beim Start automatische Prüfung auf neue GitHub-Releases im Hintergrund; gelbes Banner mit Download-Link erscheint bei neuerer Version — kein Fehler bei fehlendem 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Handbuch-Button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(?)-Button öffnet sprachspezifisches PDF-Handbuch direkt auf GitHub Pages — in allen 5 Sprachen verfügbar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Reifegrad-Badges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App-Badge in der Titelleiste (orange BETA); jede Modulkarte zeigt eigenes Badge: transform_data + build_reports → BETA (orange), testdata_generator → ALPHA (rot), geplante Module → kein Badge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Portable 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SituationReport.bat (Windows) / .command (macOS) / .sh (Linux) — kein Python oder Terminal erforderlich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transform_data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Kern-Transformation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Liest Jira-JSON-Export, berechnet Verweildauer je Workflow-Stage, schreibt IssueTimes.xlsx und CFD.xlsx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Workflow-Datei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Textdatei mit &lt;First&gt;- und &lt;Closed&gt;-Markern definiert Eintritts- und Abschluss-Stage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Datumsregeln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First Date / Closed Date aus Stage-Übergängen; Fallback bei übersprungenen Stages; Closed Date wird gelöscht wenn Issue wiedereröffnet wurde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Carry-Forward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Verweildauer wird auf letzte bekannte Stage weitergezählt wenn eine Stage übersprungen wurde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Validierung &amp; Warnungen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Warnt bei fehlenden Workflow-Markern, unmapped Statuses und Stage-Inkonsistenzen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GUI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tkinter-Oberfläche mit Dateidialogen für JSON, Workflow-Datei und Ausgabeordner; Präfix automatisch aus Dateiname vorbelegt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76087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276087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12663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Ladebalken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5312663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Erscheint nach 3 Sekunden wenn die Transformation noch läuft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34455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5934455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597103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Doppelklick-Starter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597103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transform_data_gui.pyw startet die GUI ohne Konsolenfenster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Metriken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Time / Cycle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Boxplot + Scatterplot; Methode A &amp; B; LOESS-Trendlinie; Perzentil-Referenzlinien; farbige Punkte; rote Ausreißer; Issue-Key als Hover-Tooltip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Velocity /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Tagesfrequenz-Histogramm + Wochenverlauf-Linienchart + PI-Balkendiagramm; konfigurierbares Target 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Load / WIP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Aging-WIP-Boxplot pro Stage; Issue-Anzahl je Stage als Annotation; Referenzlinien (Median, P85, Target CT); Legende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Gestapeltes Flächendiagramm; Trendlinien an visuellen Oberkanten der &lt;First&gt;- und &lt;Closed&gt;-Stages; Monats-/KW-Achse ohne Überlappung; In/Out-Ratio im Titel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Drei Teildiagramme: Issue-Typ-Donut, Stage-Prominence-Donut, Ø Cycle Time je Typ als Balken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Filter &amp; Ausschlüsse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Datumsfilter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Von/Bis mit Kalender-Picker; "Letzte 365 Tage"-Button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Projektfilter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Auswahl aus allen in IssueTimes vorhandenen Projekten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Issuetype-Filter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Auswahl aus allen vorhandenen Issue-Typen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Ausschluss Status / Resolution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Issues komplett aus allen Metriken entfernen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Zero-Day-Filter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Konfigurierbarer Schwellwert (Standard 5 min); ausgeschlossene Issues in separater Excel dokumentiert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Datumsfilter-Bugfix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Offene Issues (kein Closed Date) wurden fälschlich vom Datumsfilter ausgeschlossen — behoben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Export &amp;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Browser-Anzeige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Vollständig interaktive Plotly-Diagramme im Browser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PDF-Export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Mehrseitige PDF mit allen gewählten Metriken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Report-Excel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Wird automatisch beim PDF-Export erzeugt; enthält gefilterte Issues mit Status Group, CT Methode A und 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PI-Konfiguration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Eigene PI-Intervalle per JSON-Datei; ohne Datei werden Kalenderquartale verwendet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build_reports — GUI &amp;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Terminologie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Umschaltung SAFe ↔ Global (Flow Time ↔ Cycle Time etc.)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Alle Einstellungen als JSON speichern/laden; Ausschlüsse als dauerhafter Standard speicherbar; Menü-Dialog zuverlässig auf allen Windows-Displays dank parent=self und Hover-Scroll-Binding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Tooltips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Hover-Tooltips auf allen GUI-Elementen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Ladebalken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Erscheint nach 3 Sekunden bei laufenden Berechnungen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Stage-Konsistenzprüfung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Warnung wenn IssueTimes und CFD unterschiedliche Stages haben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Kollisionsfreie Annotations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Referenzlinien-Labels weichen automatisch aus wenn sie sich überlappen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76087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276087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12663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Doppelklick-Starter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5312663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build_reports_gui.pyw startet die GUI ohne Konsolenfenster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34455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5934455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597103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Scrollbare 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64992" y="597103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Formbereich in Canvas gewrappt — vollständig scrollbar auf FullHD-Displays (1080p); Log-Bereich fest am unteren Rand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testdata_generator  ⚠ ALPHA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Synthetische Jira-Daten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Erzeugt Jira-Issues im REST-API-Format — direkt mit transform_data verarbeitbar. Workflow-Datei, Projekt-Key, Anzahl, Datum-Bereich, Completion-Rate, Backflow, Issue-Typen und Seed konfigurierbar.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Flow-Antipattern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Vier simulierbare Muster (Triangle, Flat Triangle, Cluster of Dots, Batch Transfers) — Radiobuttons in der GUI oder --pattern auf der CLI. Basiert auf Vacanti/Singh-Antipatterns zur Flow-Überwachung.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Lognormale Cycle-Time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Mittlere Cycle-Time und Standardabweichung direkt einstellbar (--mean-cycle-days, --std-cycle-days); GUI mit Eingabefeld + Schieberegler. Lognormal-Verteilung ergibt realistische Rechtsschiefe.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PI-Zyklus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Konfigurierbare PI-Länge in Wochen (Standard 12) für Cluster- und Batch-Muster — Lieferungen werden auf die letzten 2 Wochen vor PI-Ende konzentriert (Beta(2, 0.5)-Verteilung).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CLI + GUI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Alle Parameter über GUI (Schieberegler, Radiobuttons, Dateidialoge) oder Kommandozeile (python -m testdata_generator --pattern ...) steuerbar. 5 Sprachen (DE/EN/RO/PT/FR).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Infrastruktur &amp; Dokumentation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92608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914400"/>
            <a:ext cx="8595360" cy="320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932688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Beschreibung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62456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Versionierung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362456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SemVer ab v0.2.0; zentrale version.py wird von allen GUIs und den Manuals gelesen; aktuell v0.99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984248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2020824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Sprachauswahl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20824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Launcher: DE/EN/RO/PT/FR (5 Sprachen); build_reports und transform_data: DE/EN; letzte Wahl persistent in ~/.situation_report/prefs.json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42615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642615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679191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PDF-Manuals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679191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Launcher-Handbuch in 5 Sprachen (DE, EN, RO, PT, FR); build_reports und transform_data je DE + EN; generiert mit ReportLab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00983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300983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337559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Manual-Link in GUI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3337559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Hilfe-Menü / (?)-Button öffnet das sprachpassende PDF direkt auf GitHub Pages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59351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3959351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995927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GitHub Pages Doku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995927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MkDocs-Site mit DE/EN-Doku für alle Module; Architektur nach C4-Modell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19"/>
            <a:ext cx="29260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4617719"/>
            <a:ext cx="85953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4654295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64992" y="4654295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GitHub Actions für automatisches Docs-Deployment und Release-Erstellung bei v*-Tags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276087"/>
            <a:ext cx="292608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5276087"/>
            <a:ext cx="8595360" cy="65836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5312663"/>
            <a:ext cx="278892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C3E50"/>
                </a:solidFill>
              </a:rP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64992" y="5312663"/>
            <a:ext cx="84124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Unit- und Acceptance-Tests für alle Module; aktuell 542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