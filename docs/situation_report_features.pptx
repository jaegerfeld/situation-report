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88952" cy="21945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situation-report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CF0F1"/>
                </a:solidFill>
              </a:rPr>
              <a:t>Feature-Übersicht — v0.8.4 | Stand April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7F8C8D"/>
                </a:solidFill>
              </a:rPr>
              <a:t>github.com/Jaegerfeld/situation-report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launcher — Zentraler Einstiegspunkt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92608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914400"/>
            <a:ext cx="859536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9326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Beschreibung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325880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62456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Modul-Grid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362456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Alle verfügbaren und geplanten Module als Kacheln; verfügbare Module per Klick direkt starten — öffnen sich als eigenständiger Prozess in eigenem Fenster, Launcher bleibt geöffnet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98424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20824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5 Sprachen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Vollständig lokalisiert in DE, EN, RO, PT, FR — Umschaltung per Flag-Button oben rechts; Einstellung wird persistent gespeichert und gilt für alle Module gemeinsam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642615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Update-Check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267919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Beim Start automatische Prüfung auf neue GitHub-Releases im Hintergrund; gelbes Banner mit Download-Link erscheint bei neuerer Version — kein Fehler bei fehlendem Internet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00983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3300983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337559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Handbuch-Button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3337559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(?)-Button öffnet sprachspezifisches PDF-Handbuch direkt auf GitHub Pages — in allen 5 Sprachen verfügbar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59351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3959351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995927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ALPHA-Badge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3995927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Rotes ALPHA-Badge in der Titelleiste signalisiert Alpha-Status des Projekts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617719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4617719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4654295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Portable Start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4992" y="4654295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SituationReport.bat (Windows) / .command (macOS) / .sh (Linux) — kein Python oder Terminal erforderlich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transform_data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92608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914400"/>
            <a:ext cx="859536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9326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Beschreibung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325880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62456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Kern-Transformation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362456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Liest Jira-JSON-Export, berechnet Verweildauer je Workflow-Stage, schreibt IssueTimes.xlsx und CFD.xlsx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98424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20824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Workflow-Datei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Textdatei mit &lt;First&gt;- und &lt;Closed&gt;-Markern definiert Eintritts- und Abschluss-Stage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642615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Datumsregeln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267919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First Date / Closed Date aus Stage-Übergängen; Fallback bei übersprungenen Stages; Closed Date wird gelöscht wenn Issue wiedereröffnet wurde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00983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3300983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337559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Carry-Forward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3337559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Verweildauer wird auf letzte bekannte Stage weitergezählt wenn eine Stage übersprungen wurde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59351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3959351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995927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Validierung &amp; Warnungen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3995927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Warnt bei fehlenden Workflow-Markern, unmapped Statuses und Stage-Inkonsistenzen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617719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4617719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4654295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GUI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4992" y="4654295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tkinter-Oberfläche mit Dateidialogen für JSON, Workflow-Datei und Ausgabeordner; Präfix automatisch aus Dateiname vorbelegt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276087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91840" y="5276087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5312663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Ladebalken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64992" y="5312663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Erscheint nach 3 Sekunden wenn die Transformation noch läuft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934455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91840" y="5934455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597103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Doppelklick-Starter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64992" y="597103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transform_data_gui.pyw startet die GUI ohne Konsolenfenster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build_reports — Metriken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92608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914400"/>
            <a:ext cx="859536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9326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Beschreibung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325880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62456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Flow Time / Cycle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362456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Boxplot + Scatterplot; Methode A &amp; B; LOESS-Trendlinie; Perzentil-Referenzlinien; farbige Punkte; rote Ausreißer; Issue-Key als Hover-Tooltip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98424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20824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Flow Velocity / Throughput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Tagesfrequenz-Histogramm + Wochenverlauf-Linienchart + PI-Balkendiagramm; konfigurierbares Target 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642615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Flow Load / WIP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267919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Aging-WIP-Boxplot pro Stage; Issue-Anzahl je Stage als Annotation; Referenzlinien (Median, P85, Target CT); Legende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00983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3300983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337559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CFD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3337559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Gestapeltes Flächendiagramm; Trendlinien an visuellen Oberkanten der &lt;First&gt;- und &lt;Closed&gt;-Stages; Monats-/KW-Achse ohne Überlappung; In/Out-Ratio im Titel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59351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3959351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995927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Flow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3995927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Drei Teildiagramme: Issue-Typ-Donut, Stage-Prominence-Donut, Ø Cycle Time je Typ als Balken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build_reports — Filter &amp; Ausschlüsse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92608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914400"/>
            <a:ext cx="859536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9326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Beschreibung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325880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62456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Datumsfilter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362456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Von/Bis mit Kalender-Picker; "Letzte 365 Tage"-Button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98424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20824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Projektfilter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Auswahl aus allen in IssueTimes vorhandenen Projekten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642615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Issuetype-Filter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267919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Auswahl aus allen vorhandenen Issue-Typen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00983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3300983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337559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Ausschluss Status / Resolution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3337559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Issues komplett aus allen Metriken entfernen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59351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3959351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995927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Zero-Day-Filter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3995927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Konfigurierbarer Schwellwert (Standard 5 min); ausgeschlossene Issues in separater Excel dokumentiert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617719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4617719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4654295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Datumsfilter-Bugfix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4992" y="4654295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Offene Issues (kein Closed Date) wurden fälschlich vom Datumsfilter ausgeschlossen — behoben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build_reports — Export &amp; Reporting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92608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914400"/>
            <a:ext cx="859536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9326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Beschreibung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325880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62456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Browser-Anzeige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362456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Vollständig interaktive Plotly-Diagramme im Browser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98424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20824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PDF-Export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Mehrseitige PDF mit allen gewählten Metriken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642615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Report-Excel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267919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Wird automatisch beim PDF-Export erzeugt; enthält gefilterte Issues mit Status Group, CT Methode A und 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00983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3300983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337559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PI-Konfiguration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3337559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Eigene PI-Intervalle per JSON-Datei; ohne Datei werden Kalenderquartale verwendet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build_reports — GUI &amp; UX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92608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914400"/>
            <a:ext cx="859536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9326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Beschreibung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325880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62456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Terminologie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362456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Umschaltung SAFe ↔ Global (Flow Time ↔ Cycle Time etc.)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98424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20824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Templates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Alle Einstellungen als JSON speichern/laden; Ausschlüsse als dauerhafter Standard speicherbar; Menü-Dialog zuverlässig auf allen Windows-Displays dank parent=self und Hover-Scroll-Binding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642615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Tooltips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267919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Hover-Tooltips auf allen GUI-Elementen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00983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3300983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337559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Ladebalken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3337559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Erscheint nach 3 Sekunden bei laufenden Berechnungen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59351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3959351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995927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Stage-Konsistenzprüfung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3995927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Warnung wenn IssueTimes und CFD unterschiedliche Stages haben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617719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4617719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4654295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Kollisionsfreie Annotations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4992" y="4654295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Referenzlinien-Labels weichen automatisch aus wenn sie sich überlappen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276087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91840" y="5276087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5312663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Doppelklick-Starter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64992" y="5312663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build_reports_gui.pyw startet die GUI ohne Konsolenfenster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934455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91840" y="5934455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597103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Scrollbare Form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64992" y="597103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Formbereich in Canvas gewrappt — vollständig scrollbar auf FullHD-Displays (1080p); Log-Bereich fest am unteren Rand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Infrastruktur &amp; Dokumentation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92608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914400"/>
            <a:ext cx="859536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9326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Beschreibung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325880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62456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Versionierung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362456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SemVer ab v0.2.0; zentrale version.py wird von allen GUIs und den Manuals gelesen; aktuell v0.8.4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98424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20824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Sprachauswahl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Launcher: DE/EN/RO/PT/FR (5 Sprachen); build_reports und transform_data: DE/EN; letzte Wahl persistent in ~/.situation_report/prefs.json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642615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PDF-Manuals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267919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Launcher-Handbuch in 5 Sprachen (DE, EN, RO, PT, FR); build_reports und transform_data je DE + EN; generiert mit ReportLab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00983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3300983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337559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Manual-Link in GUI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3337559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Hilfe-Menü / (?)-Button öffnet das sprachpassende PDF direkt auf GitHub Pages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59351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3959351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995927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GitHub Pages Doku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3995927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MkDocs-Site mit DE/EN-Doku für alle Module; Architektur nach C4-Modell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617719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4617719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4654295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CI/CD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4992" y="4654295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GitHub Actions für automatisches Docs-Deployment und Release-Erstellung bei v*-Tags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276087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91840" y="5276087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5312663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Tests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64992" y="5312663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Unit- und Acceptance-Tests für alle Module; aktuell 542 Tests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