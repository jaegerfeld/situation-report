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516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SituationReport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377440"/>
            <a:ext cx="11551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CF0F1"/>
                </a:solidFill>
              </a:rPr>
              <a:t>Transparenz über den Entwicklungsfortschritt in Ihrer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880360"/>
            <a:ext cx="32004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Für Führungskräfte in der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0080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Version 0.14.3  ·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Was wissen wir wirklich über unsere Lieferfähigkeit?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25880"/>
            <a:ext cx="7132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C3E50"/>
                </a:solidFill>
              </a:rPr>
              <a:t>● Wie lange dauert es im Durchschnitt, bis eine Aufgabe erledigt ist?</a:t>
            </a:r>
          </a:p>
          <a:p>
            <a:pPr algn="l">
              <a:spcBef>
                <a:spcPts val="800"/>
              </a:spcBef>
            </a:pPr>
            <a:r>
              <a:rPr sz="1600">
                <a:solidFill>
                  <a:srgbClr val="2C3E50"/>
                </a:solidFill>
              </a:rPr>
              <a:t>● Wie viele Aufgaben liefert das Team pro Woche — und wird es mehr oder weniger?</a:t>
            </a:r>
          </a:p>
          <a:p>
            <a:pPr algn="l">
              <a:spcBef>
                <a:spcPts val="800"/>
              </a:spcBef>
            </a:pPr>
            <a:r>
              <a:rPr sz="1600">
                <a:solidFill>
                  <a:srgbClr val="2C3E50"/>
                </a:solidFill>
              </a:rPr>
              <a:t>● Wie viele Aufgaben sind gleichzeitig in Bearbeitung?</a:t>
            </a:r>
          </a:p>
          <a:p>
            <a:pPr algn="l">
              <a:spcBef>
                <a:spcPts val="800"/>
              </a:spcBef>
            </a:pPr>
            <a:r>
              <a:rPr sz="1600">
                <a:solidFill>
                  <a:srgbClr val="2C3E50"/>
                </a:solidFill>
              </a:rPr>
              <a:t>● Wo entstehen Engpässe im Entwicklungsprozess?</a:t>
            </a:r>
          </a:p>
          <a:p>
            <a:pPr algn="l">
              <a:spcBef>
                <a:spcPts val="800"/>
              </a:spcBef>
            </a:pPr>
            <a:r>
              <a:rPr sz="1600">
                <a:solidFill>
                  <a:srgbClr val="2C3E50"/>
                </a:solidFill>
              </a:rPr>
              <a:t>● Wie vorhersagbar sind unsere Liefertermine?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325880"/>
            <a:ext cx="4023360" cy="3840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55448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Ohne Messung
keine Antworten.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83464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Jira enthält alle Daten — aber sie werden selten systematisch ausgewertet. SituationReport macht diese Daten in Minuten sichtbar.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SituationReport — Kennzahlen direkt aus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25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Was es ist: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64208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3E50"/>
                </a:solidFill>
              </a:rPr>
              <a:t>● Eine lokale Werkzeugsammlung, die Jira-Exportdaten auswertet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C3E50"/>
                </a:solidFill>
              </a:rPr>
              <a:t>● Erzeugt interaktive Diagramme und PDF-Berichte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C3E50"/>
                </a:solidFill>
              </a:rPr>
              <a:t>● Keine Jira-Verbindung zur Laufzeit — einmaliger Export genügt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154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Vier entscheidende Eigenschaften: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520440"/>
            <a:ext cx="27432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3575304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 Lokal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931920"/>
            <a:ext cx="2743200" cy="9601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4005072"/>
            <a:ext cx="25786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Läuft ausschließlich auf dem
eigenen Computer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520440"/>
            <a:ext cx="274320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575304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☁ Keine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931920"/>
            <a:ext cx="2743200" cy="9601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4005072"/>
            <a:ext cx="25786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Keine Daten verlassen
das Unternehmen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3520440"/>
            <a:ext cx="27432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3575304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🆓  Kostenlos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3931920"/>
            <a:ext cx="2743200" cy="9601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4005072"/>
            <a:ext cx="25786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Open Source, BSD-Lizenz,
kein Abo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19" y="3520440"/>
            <a:ext cx="2743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3575304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Sofort nutzbar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9" y="3931920"/>
            <a:ext cx="2743200" cy="9601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4005072"/>
            <a:ext cx="25786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Download, entpacken,
starten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Drei Schritte — vom Export zum Bericht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3657600" cy="1554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9385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Jira exportieren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331720"/>
            <a:ext cx="3456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Jira-Board als JSON-Datei exportieren. Bei großen Projekten ggf. mehrere Dateien — der Helper fügt sie zusammen.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79" y="19202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71600"/>
            <a:ext cx="3657600" cy="1554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9385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Transform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331720"/>
            <a:ext cx="3456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Die Exportdatei einlesen. Das Tool berechnet, wie viel Zeit jede Aufgabe in welcher Bearbeitungsphase verbracht hat.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9202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71600"/>
            <a:ext cx="365760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19385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Build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331720"/>
            <a:ext cx="3456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Mit einem Klick werden alle Kennzahlen als interaktive Diagramme im Browser angezeigt oder als PDF exportiert.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6324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00400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Keine Installation von Abhängigkeiten nötig — das portable Paket enthält alles.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Vier Kernfragen — vier Metriken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807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Flow Time  /  Cycle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5669280" cy="19659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810512"/>
            <a:ext cx="550468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Wie lange dauert eine Aufgabe?
Von Bearbeitungsbeginn bis Abschluss. Zeigt Vorhersagbarkeit und Engpässe.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66928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807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Flow Velocity  /  Throughput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669280" cy="19659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10512"/>
            <a:ext cx="550468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Wie viele Aufgaben werden fertig?
Pro Tag, Woche und Planning Interval. Zeigt Kapazität und Trends.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931920"/>
            <a:ext cx="56692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986783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Flow Load  /  WIP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43400"/>
            <a:ext cx="5669280" cy="19659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416552"/>
            <a:ext cx="550468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Was ist gerade in Bearbeitung?
Aktuelle Aufgaben pro Phase, mit Alter. Zeigt Überlast und Blockierungen.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93192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986783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Cumulative Flow Diagram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343400"/>
            <a:ext cx="5669280" cy="19659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416552"/>
            <a:ext cx="550468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Wie fließt die Arbeit durchs System?
Zeigt Engpässe, Warteschlagen und ob In-flow und Out-flow im Gleichgewicht sind.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Heute verfügbar — Version 0.14.3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80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Verfügbare Module: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7315200" cy="502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79" y="1773936"/>
            <a:ext cx="82296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" y="18105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7647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Transform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Jira-Rohdaten aufbereiten — Kernmodul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13432"/>
            <a:ext cx="7315200" cy="502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79" y="2395728"/>
            <a:ext cx="82296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" y="2432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3865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Build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04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Flow-Metriken und PDF-Berichte — Kernmodul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35224"/>
            <a:ext cx="7315200" cy="502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79" y="3017520"/>
            <a:ext cx="82296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" y="30540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0083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Testdata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026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Synthetische Testdaten erzeugen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57016"/>
            <a:ext cx="7315200" cy="502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79" y="3639312"/>
            <a:ext cx="822960" cy="3383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" y="3675887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ALPHA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6301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Helper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6484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Mehrere JSON-Exporte zusammenführen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9768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Plattformen: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800600"/>
            <a:ext cx="11551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● Windows (ZIP, enthält Python &amp; Chrome — keine Installation nötig)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● macOS Apple Silicon (ZIP, Python-Umgebung wird beim ersten Start eingerichtet)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● Linux x64 (ZIP, Python-Umgebung wird beim ersten Start eingerichtet)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Roadmap — Was noch kommt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3749039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Jetzt verfügbar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3E50"/>
                </a:solidFill>
              </a:rPr>
              <a:t>● Transform Data  [BETA]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Build Reports  [BETA]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Testdata Generator  [BETA]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Helper  [ALPHA]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463040"/>
            <a:ext cx="3749039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Als nächstes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3E50"/>
                </a:solidFill>
              </a:rPr>
              <a:t>● Get Data  — Direktabruf aus Jira
(kein manueller Export mehr nötig)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463040"/>
            <a:ext cx="3749039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7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Mittelfristig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7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3E50"/>
                </a:solidFill>
              </a:rPr>
              <a:t>● Simulate  — Prognosen und Forecasting
(Wann sind wir fertig? Wahrscheinlichkeits-basiert)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Jetzt starten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807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⬇  Herunterladen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5669280" cy="187451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810512"/>
            <a:ext cx="550468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github.com/Jaegerfeld/situation-report/releases
→ Neueste stabile Version als ZIP herunterladen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66928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807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🧪  Ausprobieren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669280" cy="187451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10512"/>
            <a:ext cx="550468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Testdata Generator starten → synthetische Daten erzeugen
→ Transform Data → Build Reports
Keine echten Daten nötig für den ersten 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84048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8953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📂  Mit eigenen Daten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251960"/>
            <a:ext cx="5669280" cy="187451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325112"/>
            <a:ext cx="550468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Jira-Board als JSON exportieren
→ Workflow-Datei erstellen (Stationen definieren)
→ Transform Data → Build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840480"/>
            <a:ext cx="56692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8953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💬 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251960"/>
            <a:ext cx="5669280" cy="187451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325112"/>
            <a:ext cx="550468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github.com/Jaegerfeld/situation-report/issues
Fehler melden, Wünsche äußern, Beitrag leisten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