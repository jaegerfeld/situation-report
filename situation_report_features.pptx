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situation-report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CF0F1"/>
                </a:solidFill>
              </a:rPr>
              <a:t>Feature-Übersicht — Stand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</a:rPr>
              <a:t>github.com/Jaegerfeld/situation-report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transform_data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Kern-Transformation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Liest Jira-JSON-Export, berechnet Verweildauer je Workflow-Stage, schreibt IssueTimes.xlsx und CFD.xlsx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Workflow-Datei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Textdatei mit &lt;First&gt;- und &lt;Closed&gt;-Markern definiert Eintritts- und Abschluss-Stage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Datumsregeln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First Date / Closed Date aus Stage-Übergängen; Fallback bei übersprungenen Stages; Closed Date wird gelöscht wenn Issue wiedereröffnet wurde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Carry-Forward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Verweildauer wird auf letzte bekannte Stage weitergezählt wenn eine Stage übersprungen wurde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Validierung &amp; Warnungen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Warnt bei fehlenden Workflow-Markern, unmapped Statuses und Stage-Inkonsistenzen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GUI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tkinter-Oberfläche mit Dateidialogen für JSON, Workflow-Datei und Ausgabeordner; Präfix automatisch aus Dateiname vorbelegt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Ladebalken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Erscheint nach 3 Sekunden wenn die Transformation noch läuft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34455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5934455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597103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Doppelklick-Starter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597103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transform_data_gui.pyw startet die GUI ohne Konsolenfenster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Metriken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Time / Cycle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Boxplot + Scatterplot; Methode A &amp; B; LOESS-Trendlinie; Perzentil-Referenzlinien; farbige Punkte; rote Ausreißer; Issue-Key als Hover-Tooltip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Velocity /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Tagesfrequenz-Histogramm + Wochenverlauf-Linienchart + PI-Balkendiagramm; konfigurierbares Target 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Load / WIP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Aging-WIP-Boxplot pro Stage; Issue-Anzahl je Stage als Annotation; Referenzlinien (Median, P85, Target CT); Legende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Gestapeltes Flächendiagramm; Trendlinien an visuellen Oberkanten der &lt;First&gt;- und &lt;Closed&gt;-Stages; Monats-/KW-Achse ohne Überlappung; In/Out-Ratio im Titel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Drei Teildiagramme: Issue-Typ-Donut, Stage-Prominence-Donut, Ø Cycle Time je Typ als Balken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Filter &amp; Ausschlüsse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Von/Bis mit Kalender-Picker; "Letzte 365 Tage"-Button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Projektfilter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Auswahl aus allen in IssueTimes vorhandenen Projekten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Issuetype-Filter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Auswahl aus allen vorhandenen Issue-Typen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Ausschluss Status /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Issues komplett aus allen Metriken entfernen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Zero-Day-Filter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Konfigurierbarer Schwellwert (Standard 5 min); ausgeschlossene Issues in separater Excel dokumentiert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Datumsfilter-Bugfix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Offene Issues (kein Closed Date) wurden fälschlich vom Datumsfilter ausgeschlossen — behoben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Export &amp;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Browser-Anzeige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Vollständig interaktive Plotly-Diagramme im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PDF-Export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Mehrseitige PDF mit allen gewählten Metriken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Report-Excel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Wird automatisch beim PDF-Export erzeugt; enthält gefilterte Issues mit Status Group, CT Methode A und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PI-Konfiguration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Eigene PI-Intervalle per JSON-Datei; ohne Datei werden Kalenderquartale verwendet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GUI &amp;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Terminologie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Umschaltung SAFe ↔ Global (Flow Time ↔ Cycle Time etc.)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Alle Einstellungen als JSON speichern/laden; Ausschlüsse als dauerhafter Standard speicherbar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Tooltips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Hover-Tooltips auf allen GUI-Elementen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Ladebalken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Erscheint nach 3 Sekunden bei laufenden Berechnungen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Stage-Konsistenzprüfung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Warnung wenn IssueTimes und CFD unterschiedliche Stages haben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Kollisionsfreie Annotations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Referenzlinien-Labels weichen automatisch aus wenn sie sich überlappen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Doppelklick-Starter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build_reports_gui.pyw startet die GUI ohne Konsolenfenster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Infrastruktur &amp; Dokumentation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Versionierung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SemVer ab v0.2.0; zentrale version.py wird von beiden GUIs und den Manuals gelesen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Sprachauswahl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DE/EN in beiden GUIs; Flagge 🇩🇪/🇬🇧 ganz rechts im Menüband; letzte Wahl wird in ~/.situation_report/prefs.json gespeichert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PDF-Manuals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Benutzerhandbuch (DE) + User Manual (EN) für build_reports und transform_data; generiert mit ReportLab inkl. echter Beispieldiagramme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Manual-Link in GUI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Hilfe-Menü öffnet das sprachpassende PDF direkt auf GitHub Pages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GitHub Pages Doku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MkDocs-Site mit DE/EN-Doku für alle Module; Architektur nach C4-Modell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GitHub Actions für automatisches Docs-Deployment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Unit- und Acceptance-Tests für beide Module; aktuell 448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